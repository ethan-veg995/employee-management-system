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1F3B73"/>
                </a:solidFill>
                <a:latin typeface="微软雅黑"/>
              </a:rPr>
              <a:t>企业员工管理系统</a:t>
            </a:r>
          </a:p>
          <a:p>
            <a:pPr algn="l"/>
            <a:r>
              <a:rPr sz="2000">
                <a:solidFill>
                  <a:srgbClr val="909999"/>
                </a:solidFill>
                <a:latin typeface="微软雅黑"/>
              </a:rPr>
              <a:t>—— 全栈 AI 辅助开发项目汇报 ——</a:t>
            </a:r>
          </a:p>
          <a:p>
            <a:pPr algn="l"/>
            <a:r>
              <a:rPr sz="1600">
                <a:solidFill>
                  <a:srgbClr val="909999"/>
                </a:solidFill>
                <a:latin typeface="微软雅黑"/>
              </a:rPr>
              <a:t>答辩人：（姓名）    学号：（学号）
2026-08-24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B73"/>
                </a:solidFill>
                <a:latin typeface="微软雅黑"/>
              </a:rPr>
              <a:t>一、项目背景与目标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03133"/>
                </a:solidFill>
                <a:latin typeface="微软雅黑"/>
              </a:rPr>
              <a:t>某中小企业需要一套员工信息管理系统，管理：员工档案 / 部门架构 / 职位体系</a:t>
            </a:r>
          </a:p>
          <a:p>
            <a:r>
              <a:rPr sz="1800" b="0">
                <a:solidFill>
                  <a:srgbClr val="303133"/>
                </a:solidFill>
                <a:latin typeface="微软雅黑"/>
              </a:rPr>
              <a:t>日常考勤（含打卡） / 请假审批 / 薪资核算 / 数据可视化仪表板</a:t>
            </a:r>
          </a:p>
          <a:p>
            <a:r>
              <a:rPr sz="1800" b="0">
                <a:solidFill>
                  <a:srgbClr val="303133"/>
                </a:solidFill>
                <a:latin typeface="微软雅黑"/>
              </a:rPr>
              <a:t/>
            </a:r>
          </a:p>
          <a:p>
            <a:r>
              <a:rPr sz="1800" b="0">
                <a:solidFill>
                  <a:srgbClr val="303133"/>
                </a:solidFill>
                <a:latin typeface="微软雅黑"/>
              </a:rPr>
              <a:t>目标：提升 HR 管理效率，规范员工行为记录，为管理层提供数据决策支持</a:t>
            </a:r>
          </a:p>
          <a:p>
            <a:r>
              <a:rPr sz="1800" b="0">
                <a:solidFill>
                  <a:srgbClr val="303133"/>
                </a:solidFill>
                <a:latin typeface="微软雅黑"/>
              </a:rPr>
              <a:t/>
            </a:r>
          </a:p>
          <a:p>
            <a:r>
              <a:rPr sz="1800" b="0">
                <a:solidFill>
                  <a:srgbClr val="303133"/>
                </a:solidFill>
                <a:latin typeface="微软雅黑"/>
              </a:rPr>
              <a:t>▸ 4 种角色：系统管理员 / HR / 部门主管 / 普通员工</a:t>
            </a:r>
          </a:p>
          <a:p>
            <a:r>
              <a:rPr sz="1800" b="0">
                <a:solidFill>
                  <a:srgbClr val="303133"/>
                </a:solidFill>
                <a:latin typeface="微软雅黑"/>
              </a:rPr>
              <a:t>▸ 技术栈：Vue3 + FastAPI + SQLite（前后端分离）</a:t>
            </a:r>
          </a:p>
          <a:p>
            <a:r>
              <a:rPr sz="1800" b="0">
                <a:solidFill>
                  <a:srgbClr val="303133"/>
                </a:solidFill>
                <a:latin typeface="微软雅黑"/>
              </a:rPr>
              <a:t>▸ 开发方式：AI 辅助编码（需求拆解 → 设计 → 编码 → 测试全流程）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B73"/>
                </a:solidFill>
                <a:latin typeface="微软雅黑"/>
              </a:rPr>
              <a:t>二、技术架构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303133"/>
                </a:solidFill>
                <a:latin typeface="微软雅黑"/>
              </a:rPr>
              <a:t>前端层：Vue 3 + Vite + Element Plus + ECharts + Pinia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          路由守卫双鉴权（菜单按角色动态渲染）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/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接口层：RESTful API（/api/v1），JWT 无状态认证，12 小时过期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          每个接口声明角色权限（require_roles 依赖注入）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/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后端层：FastAPI + SQLAlchemy 2.0（参数化查询防注入）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          密码 PBKDF2 加盐哈希（10 万次迭代）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/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数据层：SQLite 文件数据库，9 张业务表，3 个唯一约束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/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部署形态：本地 uvicorn(8000) + Vite(3000) 代理转发；兼容 CloudStudio 一键启动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B73"/>
                </a:solidFill>
                <a:latin typeface="微软雅黑"/>
              </a:rPr>
              <a:t>三、功能总览（10 大模块）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03133"/>
                </a:solidFill>
                <a:latin typeface="微软雅黑"/>
              </a:rPr>
              <a:t>① 部门管理：列表 + 人员统计 + CRUD</a:t>
            </a:r>
          </a:p>
          <a:p>
            <a:r>
              <a:rPr sz="1600" b="0">
                <a:solidFill>
                  <a:srgbClr val="303133"/>
                </a:solidFill>
                <a:latin typeface="微软雅黑"/>
              </a:rPr>
              <a:t>② 职位管理：所属部门 + 职级（初/中/高/资深）</a:t>
            </a:r>
          </a:p>
          <a:p>
            <a:r>
              <a:rPr sz="1600" b="0">
                <a:solidFill>
                  <a:srgbClr val="303133"/>
                </a:solidFill>
                <a:latin typeface="微软雅黑"/>
              </a:rPr>
              <a:t>③ 员工管理：CRUD + 关键词/部门/状态筛选 + Excel 批量导入导出</a:t>
            </a:r>
          </a:p>
          <a:p>
            <a:r>
              <a:rPr sz="1600" b="0">
                <a:solidFill>
                  <a:srgbClr val="303133"/>
                </a:solidFill>
                <a:latin typeface="微软雅黑"/>
              </a:rPr>
              <a:t>④ 考勤管理：上下班打卡 + 考勤规则配置 + 月度统计（迟到/早退/缺卡/出勤率）</a:t>
            </a:r>
          </a:p>
          <a:p>
            <a:r>
              <a:rPr sz="1600" b="0">
                <a:solidFill>
                  <a:srgbClr val="303133"/>
                </a:solidFill>
                <a:latin typeface="微软雅黑"/>
              </a:rPr>
              <a:t>⑤ 请假管理：员工申请 → 主管审批（校验部门归属）→ 记录查询</a:t>
            </a:r>
          </a:p>
          <a:p>
            <a:r>
              <a:rPr sz="1600" b="0">
                <a:solidFill>
                  <a:srgbClr val="303133"/>
                </a:solidFill>
                <a:latin typeface="微软雅黑"/>
              </a:rPr>
              <a:t>⑥ 薪资管理：HR 按员工+月份录入（实发自动计算），员工查看本人薪资</a:t>
            </a:r>
          </a:p>
          <a:p>
            <a:r>
              <a:rPr sz="1600" b="0">
                <a:solidFill>
                  <a:srgbClr val="303133"/>
                </a:solidFill>
                <a:latin typeface="微软雅黑"/>
              </a:rPr>
              <a:t>⑦ 数据看板：员工总数、入离职、部门/职级分布、出勤率对比、请假统计、薪资趋势</a:t>
            </a:r>
          </a:p>
          <a:p>
            <a:r>
              <a:rPr sz="1600" b="0">
                <a:solidFill>
                  <a:srgbClr val="303133"/>
                </a:solidFill>
                <a:latin typeface="微软雅黑"/>
              </a:rPr>
              <a:t>⑧ 用户管理：账号与员工档案关联、角色分配、密码重置</a:t>
            </a:r>
          </a:p>
          <a:p>
            <a:r>
              <a:rPr sz="1600" b="0">
                <a:solidFill>
                  <a:srgbClr val="303133"/>
                </a:solidFill>
                <a:latin typeface="微软雅黑"/>
              </a:rPr>
              <a:t>⑨ 员工工作台：个人档案、今日考勤、本月统计、最近薪资、快捷操作</a:t>
            </a:r>
          </a:p>
          <a:p>
            <a:r>
              <a:rPr sz="1600" b="0">
                <a:solidFill>
                  <a:srgbClr val="303133"/>
                </a:solidFill>
                <a:latin typeface="微软雅黑"/>
              </a:rPr>
              <a:t>⑩ 智能考勤异常提醒（创新功能）：连续迟到 / 缺卡 / 请假超额度 / 部门出勤率预警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B73"/>
                </a:solidFill>
                <a:latin typeface="微软雅黑"/>
              </a:rPr>
              <a:t>四、系统演示（1/3）登录与数据看板</a:t>
            </a:r>
          </a:p>
        </p:txBody>
      </p:sp>
      <p:pic>
        <p:nvPicPr>
          <p:cNvPr id="3" name="Picture 2" descr="01-登录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486400" cy="3276600"/>
          </a:xfrm>
          <a:prstGeom prst="rect">
            <a:avLst/>
          </a:prstGeom>
        </p:spPr>
      </p:pic>
      <p:pic>
        <p:nvPicPr>
          <p:cNvPr id="4" name="Picture 3" descr="02-HR数据看板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577840" cy="33312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B73"/>
                </a:solidFill>
                <a:latin typeface="微软雅黑"/>
              </a:rPr>
              <a:t>四、系统演示（2/3）员工管理与考勤</a:t>
            </a:r>
          </a:p>
        </p:txBody>
      </p:sp>
      <p:pic>
        <p:nvPicPr>
          <p:cNvPr id="3" name="Picture 2" descr="05-员工管理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486400" cy="3276600"/>
          </a:xfrm>
          <a:prstGeom prst="rect">
            <a:avLst/>
          </a:prstGeom>
        </p:spPr>
      </p:pic>
      <p:pic>
        <p:nvPicPr>
          <p:cNvPr id="4" name="Picture 3" descr="07-月度考勤统计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577840" cy="33312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B73"/>
                </a:solidFill>
                <a:latin typeface="微软雅黑"/>
              </a:rPr>
              <a:t>四、系统演示（3/3）请假审批与薪资</a:t>
            </a:r>
          </a:p>
        </p:txBody>
      </p:sp>
      <p:pic>
        <p:nvPicPr>
          <p:cNvPr id="3" name="Picture 2" descr="16-请假审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486400" cy="3276600"/>
          </a:xfrm>
          <a:prstGeom prst="rect">
            <a:avLst/>
          </a:prstGeom>
        </p:spPr>
      </p:pic>
      <p:pic>
        <p:nvPicPr>
          <p:cNvPr id="4" name="Picture 3" descr="09-薪资管理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577840" cy="3331210"/>
          </a:xfrm>
          <a:prstGeom prst="rect">
            <a:avLst/>
          </a:prstGeom>
        </p:spPr>
      </p:pic>
      <p:pic>
        <p:nvPicPr>
          <p:cNvPr id="5" name="Picture 4" descr="10-用户管理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4023360"/>
            <a:ext cx="3840480" cy="22936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B73"/>
                </a:solidFill>
                <a:latin typeface="微软雅黑"/>
              </a:rPr>
              <a:t>五、创新点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303133"/>
                </a:solidFill>
                <a:latin typeface="微软雅黑"/>
              </a:rPr>
              <a:t>1. 智能考勤异常提醒（规则引擎式自动化）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   自动检测：连续 3 天迟到（严重）/ 当月缺卡 ≥3 次 / 请假超年度额度 / 部门出勤率 &lt;90%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   价值：替代 HR 人工翻查考勤记录，阈值配置化可调，可迭代接入 LLM 生成改善建议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/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2. Excel 批量导入导出：导出模板即导入模板，逐行校验报错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/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3. 权限体系：前端菜单动态渲染 + 后端接口级鉴权双重控制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/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4. 数据驱动决策：看板 6 类图表让管理层一屏掌握人事全局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B73"/>
                </a:solidFill>
                <a:latin typeface="微软雅黑"/>
              </a:rPr>
              <a:t>六、测试与质量保障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303133"/>
                </a:solidFill>
                <a:latin typeface="微软雅黑"/>
              </a:rPr>
              <a:t>自动化测试：接口层（登录/权限/CRUD/统计/导入导出）全部通过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浏览器端到端：Playwright 驱动真实浏览器走通「提交请假 → 主管审批 → 状态更新」4/4 通过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界面冒烟测试：13/13 页面关键元素断言通过，16 张截图存档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/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开发中发现并修复 4 个缺陷：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  · 薪资趋势月份方向错误（负偏移逻辑）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  · Excel 导出中文文件名编码 500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  · 打卡接口响应结构序列化错误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  · 路由顺序被路径参数吞掉（预防性修复）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/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安全设计：PBKDF2 加盐哈希 / JWT / 参数化查询 / 接口级权限 / 主管跨部门审批拦截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B73"/>
                </a:solidFill>
                <a:latin typeface="微软雅黑"/>
              </a:rPr>
              <a:t>七、总结与展望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303133"/>
                </a:solidFill>
                <a:latin typeface="微软雅黑"/>
              </a:rPr>
              <a:t>已交付：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  · 完整可运行的全栈系统（后端 10 路由模块 + 前端 16 页面）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  · 全套设计文档（Spec / 架构 / 数据库 / API / 审查报告 / 测试文档 / 操作手册）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  · 演示数据一键初始化，4 个演示账号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/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展望：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  · 考勤时间改由服务端认定，防止手动补卡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  · 请假天数按工作日计算，对接法定节假日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  · 智能提醒接入大模型，自然语言生成考勤分析与改善建议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  · 数据库升级 PostgreSQL，支持更大规模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/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收获：完整实践了 AI 辅助的全栈开发流程——需求 → 设计 → 编码 → 测试 → 部署，</a:t>
            </a:r>
          </a:p>
          <a:p>
            <a:r>
              <a:rPr sz="1700" b="0">
                <a:solidFill>
                  <a:srgbClr val="303133"/>
                </a:solidFill>
                <a:latin typeface="微软雅黑"/>
              </a:rPr>
              <a:t>理解了先设计后编码、用测试保障质量的重要性。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